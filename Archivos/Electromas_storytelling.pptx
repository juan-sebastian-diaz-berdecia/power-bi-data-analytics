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0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3CE8F6-7964-47BD-A643-BCC5AA800B4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BEA6E38-227F-49A3-A391-3512D7E42810}">
      <dgm:prSet/>
      <dgm:spPr/>
      <dgm:t>
        <a:bodyPr/>
        <a:lstStyle/>
        <a:p>
          <a:r>
            <a:rPr lang="es-CO"/>
            <a:t>Para ello desea saber: </a:t>
          </a:r>
          <a:endParaRPr lang="en-US"/>
        </a:p>
      </dgm:t>
    </dgm:pt>
    <dgm:pt modelId="{674F9777-9912-4C55-A96C-32EDAEDDFA60}" type="parTrans" cxnId="{8EB2F173-A616-4C0D-8272-65BB254A6C08}">
      <dgm:prSet/>
      <dgm:spPr/>
      <dgm:t>
        <a:bodyPr/>
        <a:lstStyle/>
        <a:p>
          <a:endParaRPr lang="en-US"/>
        </a:p>
      </dgm:t>
    </dgm:pt>
    <dgm:pt modelId="{0E4019F6-FD34-4622-B6D0-6DC82F3D649A}" type="sibTrans" cxnId="{8EB2F173-A616-4C0D-8272-65BB254A6C08}">
      <dgm:prSet/>
      <dgm:spPr/>
      <dgm:t>
        <a:bodyPr/>
        <a:lstStyle/>
        <a:p>
          <a:endParaRPr lang="en-US"/>
        </a:p>
      </dgm:t>
    </dgm:pt>
    <dgm:pt modelId="{FA3F9A10-367E-4D52-A990-007D24427640}">
      <dgm:prSet/>
      <dgm:spPr/>
      <dgm:t>
        <a:bodyPr/>
        <a:lstStyle/>
        <a:p>
          <a:r>
            <a:rPr lang="es-CO"/>
            <a:t>¿Cuántas unidades se venden ?</a:t>
          </a:r>
          <a:endParaRPr lang="en-US"/>
        </a:p>
      </dgm:t>
    </dgm:pt>
    <dgm:pt modelId="{1A593677-FC2C-4F2D-B7E3-1E9491F9CA61}" type="parTrans" cxnId="{F1E4959C-C801-49B7-A69C-777983A9B204}">
      <dgm:prSet/>
      <dgm:spPr/>
      <dgm:t>
        <a:bodyPr/>
        <a:lstStyle/>
        <a:p>
          <a:endParaRPr lang="en-US"/>
        </a:p>
      </dgm:t>
    </dgm:pt>
    <dgm:pt modelId="{2DF9175B-5A65-43C1-8A0B-A2CBA49654CF}" type="sibTrans" cxnId="{F1E4959C-C801-49B7-A69C-777983A9B204}">
      <dgm:prSet/>
      <dgm:spPr/>
      <dgm:t>
        <a:bodyPr/>
        <a:lstStyle/>
        <a:p>
          <a:endParaRPr lang="en-US"/>
        </a:p>
      </dgm:t>
    </dgm:pt>
    <dgm:pt modelId="{E0856DC9-BEE7-4E70-A1B6-96E00C8F4F1E}">
      <dgm:prSet/>
      <dgm:spPr/>
      <dgm:t>
        <a:bodyPr/>
        <a:lstStyle/>
        <a:p>
          <a:r>
            <a:rPr lang="es-CO"/>
            <a:t>Ingresos generados.</a:t>
          </a:r>
          <a:endParaRPr lang="en-US"/>
        </a:p>
      </dgm:t>
    </dgm:pt>
    <dgm:pt modelId="{EE9A8EA3-3EB7-455A-9BDC-A19E5D858C94}" type="parTrans" cxnId="{AF36DEBB-9027-46F7-9B80-01130FAA4C3D}">
      <dgm:prSet/>
      <dgm:spPr/>
      <dgm:t>
        <a:bodyPr/>
        <a:lstStyle/>
        <a:p>
          <a:endParaRPr lang="en-US"/>
        </a:p>
      </dgm:t>
    </dgm:pt>
    <dgm:pt modelId="{6D8D15E6-972C-469D-B0E8-869BDAF5B321}" type="sibTrans" cxnId="{AF36DEBB-9027-46F7-9B80-01130FAA4C3D}">
      <dgm:prSet/>
      <dgm:spPr/>
      <dgm:t>
        <a:bodyPr/>
        <a:lstStyle/>
        <a:p>
          <a:endParaRPr lang="en-US"/>
        </a:p>
      </dgm:t>
    </dgm:pt>
    <dgm:pt modelId="{40CA5D3F-BC0C-45CE-9C76-5F393D30EC84}">
      <dgm:prSet/>
      <dgm:spPr/>
      <dgm:t>
        <a:bodyPr/>
        <a:lstStyle/>
        <a:p>
          <a:r>
            <a:rPr lang="es-CO"/>
            <a:t>Márgenes de ganancia.</a:t>
          </a:r>
          <a:endParaRPr lang="en-US"/>
        </a:p>
      </dgm:t>
    </dgm:pt>
    <dgm:pt modelId="{6B3F17AE-D891-4A3A-880D-55791C0873C1}" type="parTrans" cxnId="{BFB1FB30-9BEF-4336-990D-5A4D6D8CE39B}">
      <dgm:prSet/>
      <dgm:spPr/>
      <dgm:t>
        <a:bodyPr/>
        <a:lstStyle/>
        <a:p>
          <a:endParaRPr lang="en-US"/>
        </a:p>
      </dgm:t>
    </dgm:pt>
    <dgm:pt modelId="{64942AEB-A3AF-4AFC-9979-DBCE2E0D9C3C}" type="sibTrans" cxnId="{BFB1FB30-9BEF-4336-990D-5A4D6D8CE39B}">
      <dgm:prSet/>
      <dgm:spPr/>
      <dgm:t>
        <a:bodyPr/>
        <a:lstStyle/>
        <a:p>
          <a:endParaRPr lang="en-US"/>
        </a:p>
      </dgm:t>
    </dgm:pt>
    <dgm:pt modelId="{AB536B0F-4418-4D35-A908-0B0FCBDDE829}">
      <dgm:prSet/>
      <dgm:spPr/>
      <dgm:t>
        <a:bodyPr/>
        <a:lstStyle/>
        <a:p>
          <a:r>
            <a:rPr lang="es-CO"/>
            <a:t>Comportamiento de los diferentes canales de venta</a:t>
          </a:r>
          <a:endParaRPr lang="en-US"/>
        </a:p>
      </dgm:t>
    </dgm:pt>
    <dgm:pt modelId="{A22F6690-43A0-4AF3-8F33-BC2334AC3A88}" type="parTrans" cxnId="{031EDC3E-B69A-4857-8D2E-CB94CC4BA13B}">
      <dgm:prSet/>
      <dgm:spPr/>
      <dgm:t>
        <a:bodyPr/>
        <a:lstStyle/>
        <a:p>
          <a:endParaRPr lang="en-US"/>
        </a:p>
      </dgm:t>
    </dgm:pt>
    <dgm:pt modelId="{4C1619CF-13E8-4BA0-ADC8-6B71A5341DAD}" type="sibTrans" cxnId="{031EDC3E-B69A-4857-8D2E-CB94CC4BA13B}">
      <dgm:prSet/>
      <dgm:spPr/>
      <dgm:t>
        <a:bodyPr/>
        <a:lstStyle/>
        <a:p>
          <a:endParaRPr lang="en-US"/>
        </a:p>
      </dgm:t>
    </dgm:pt>
    <dgm:pt modelId="{09A21531-ED87-4B6C-BE5D-7E975F767077}" type="pres">
      <dgm:prSet presAssocID="{9C3CE8F6-7964-47BD-A643-BCC5AA800B4C}" presName="vert0" presStyleCnt="0">
        <dgm:presLayoutVars>
          <dgm:dir/>
          <dgm:animOne val="branch"/>
          <dgm:animLvl val="lvl"/>
        </dgm:presLayoutVars>
      </dgm:prSet>
      <dgm:spPr/>
    </dgm:pt>
    <dgm:pt modelId="{4A061FC4-D030-4FBD-AE49-1A106986016C}" type="pres">
      <dgm:prSet presAssocID="{3BEA6E38-227F-49A3-A391-3512D7E42810}" presName="thickLine" presStyleLbl="alignNode1" presStyleIdx="0" presStyleCnt="5" custLinFactNeighborX="182" custLinFactNeighborY="66897"/>
      <dgm:spPr>
        <a:ln>
          <a:solidFill>
            <a:schemeClr val="bg1"/>
          </a:solidFill>
        </a:ln>
      </dgm:spPr>
    </dgm:pt>
    <dgm:pt modelId="{483887E1-D4EA-4CD0-AA17-5844DE79078A}" type="pres">
      <dgm:prSet presAssocID="{3BEA6E38-227F-49A3-A391-3512D7E42810}" presName="horz1" presStyleCnt="0"/>
      <dgm:spPr/>
    </dgm:pt>
    <dgm:pt modelId="{26F6ED85-2817-4A4A-8A95-421DCF8DCA43}" type="pres">
      <dgm:prSet presAssocID="{3BEA6E38-227F-49A3-A391-3512D7E42810}" presName="tx1" presStyleLbl="revTx" presStyleIdx="0" presStyleCnt="5"/>
      <dgm:spPr/>
    </dgm:pt>
    <dgm:pt modelId="{55B04EC0-9AFF-4E5A-A975-9B3A1C7BA0E0}" type="pres">
      <dgm:prSet presAssocID="{3BEA6E38-227F-49A3-A391-3512D7E42810}" presName="vert1" presStyleCnt="0"/>
      <dgm:spPr/>
    </dgm:pt>
    <dgm:pt modelId="{F800BB1D-C4F3-42DC-8F49-1E4574478772}" type="pres">
      <dgm:prSet presAssocID="{FA3F9A10-367E-4D52-A990-007D24427640}" presName="thickLine" presStyleLbl="alignNode1" presStyleIdx="1" presStyleCnt="5"/>
      <dgm:spPr/>
    </dgm:pt>
    <dgm:pt modelId="{D465BBB1-11AF-4718-9CB7-830597DDA4C2}" type="pres">
      <dgm:prSet presAssocID="{FA3F9A10-367E-4D52-A990-007D24427640}" presName="horz1" presStyleCnt="0"/>
      <dgm:spPr/>
    </dgm:pt>
    <dgm:pt modelId="{09E4089C-7E55-4783-9A8C-3DF348E8D0AB}" type="pres">
      <dgm:prSet presAssocID="{FA3F9A10-367E-4D52-A990-007D24427640}" presName="tx1" presStyleLbl="revTx" presStyleIdx="1" presStyleCnt="5"/>
      <dgm:spPr/>
    </dgm:pt>
    <dgm:pt modelId="{867DBA1B-031F-41D7-947F-F64541E2AE33}" type="pres">
      <dgm:prSet presAssocID="{FA3F9A10-367E-4D52-A990-007D24427640}" presName="vert1" presStyleCnt="0"/>
      <dgm:spPr/>
    </dgm:pt>
    <dgm:pt modelId="{71C503C8-AA26-4205-AD15-2C5D335AAD66}" type="pres">
      <dgm:prSet presAssocID="{E0856DC9-BEE7-4E70-A1B6-96E00C8F4F1E}" presName="thickLine" presStyleLbl="alignNode1" presStyleIdx="2" presStyleCnt="5"/>
      <dgm:spPr/>
    </dgm:pt>
    <dgm:pt modelId="{B03C1D9F-53D9-4A48-9DA5-78B9E80163C6}" type="pres">
      <dgm:prSet presAssocID="{E0856DC9-BEE7-4E70-A1B6-96E00C8F4F1E}" presName="horz1" presStyleCnt="0"/>
      <dgm:spPr/>
    </dgm:pt>
    <dgm:pt modelId="{D5BE8C27-014A-46AE-9535-094A995BBF39}" type="pres">
      <dgm:prSet presAssocID="{E0856DC9-BEE7-4E70-A1B6-96E00C8F4F1E}" presName="tx1" presStyleLbl="revTx" presStyleIdx="2" presStyleCnt="5"/>
      <dgm:spPr/>
    </dgm:pt>
    <dgm:pt modelId="{2ADB66FD-2A72-4C09-B422-3EB8C3C3B8C1}" type="pres">
      <dgm:prSet presAssocID="{E0856DC9-BEE7-4E70-A1B6-96E00C8F4F1E}" presName="vert1" presStyleCnt="0"/>
      <dgm:spPr/>
    </dgm:pt>
    <dgm:pt modelId="{C4BBAD0B-ECAC-47C8-8C1C-87812FC63E52}" type="pres">
      <dgm:prSet presAssocID="{40CA5D3F-BC0C-45CE-9C76-5F393D30EC84}" presName="thickLine" presStyleLbl="alignNode1" presStyleIdx="3" presStyleCnt="5"/>
      <dgm:spPr/>
    </dgm:pt>
    <dgm:pt modelId="{A74B82A7-46B4-4F1B-A29B-43B0C7E070EB}" type="pres">
      <dgm:prSet presAssocID="{40CA5D3F-BC0C-45CE-9C76-5F393D30EC84}" presName="horz1" presStyleCnt="0"/>
      <dgm:spPr/>
    </dgm:pt>
    <dgm:pt modelId="{4DA183A0-58B1-430F-8DBA-41232D011888}" type="pres">
      <dgm:prSet presAssocID="{40CA5D3F-BC0C-45CE-9C76-5F393D30EC84}" presName="tx1" presStyleLbl="revTx" presStyleIdx="3" presStyleCnt="5"/>
      <dgm:spPr/>
    </dgm:pt>
    <dgm:pt modelId="{49D62AE4-7595-4F73-8715-4266CD1713BA}" type="pres">
      <dgm:prSet presAssocID="{40CA5D3F-BC0C-45CE-9C76-5F393D30EC84}" presName="vert1" presStyleCnt="0"/>
      <dgm:spPr/>
    </dgm:pt>
    <dgm:pt modelId="{96A93F3B-6980-4745-A4D9-9C3B72A6F84E}" type="pres">
      <dgm:prSet presAssocID="{AB536B0F-4418-4D35-A908-0B0FCBDDE829}" presName="thickLine" presStyleLbl="alignNode1" presStyleIdx="4" presStyleCnt="5"/>
      <dgm:spPr/>
    </dgm:pt>
    <dgm:pt modelId="{B9FD8101-372A-4E3D-B9DC-702DBBC9F63E}" type="pres">
      <dgm:prSet presAssocID="{AB536B0F-4418-4D35-A908-0B0FCBDDE829}" presName="horz1" presStyleCnt="0"/>
      <dgm:spPr/>
    </dgm:pt>
    <dgm:pt modelId="{07934F0D-9D70-4F2F-9C3D-FF76F8886477}" type="pres">
      <dgm:prSet presAssocID="{AB536B0F-4418-4D35-A908-0B0FCBDDE829}" presName="tx1" presStyleLbl="revTx" presStyleIdx="4" presStyleCnt="5"/>
      <dgm:spPr/>
    </dgm:pt>
    <dgm:pt modelId="{E1A3907A-EF7E-46C0-A4CE-A428D193A3A4}" type="pres">
      <dgm:prSet presAssocID="{AB536B0F-4418-4D35-A908-0B0FCBDDE829}" presName="vert1" presStyleCnt="0"/>
      <dgm:spPr/>
    </dgm:pt>
  </dgm:ptLst>
  <dgm:cxnLst>
    <dgm:cxn modelId="{F7858723-CF9B-4FFA-9EA2-42D171E631C3}" type="presOf" srcId="{9C3CE8F6-7964-47BD-A643-BCC5AA800B4C}" destId="{09A21531-ED87-4B6C-BE5D-7E975F767077}" srcOrd="0" destOrd="0" presId="urn:microsoft.com/office/officeart/2008/layout/LinedList"/>
    <dgm:cxn modelId="{BFB1FB30-9BEF-4336-990D-5A4D6D8CE39B}" srcId="{9C3CE8F6-7964-47BD-A643-BCC5AA800B4C}" destId="{40CA5D3F-BC0C-45CE-9C76-5F393D30EC84}" srcOrd="3" destOrd="0" parTransId="{6B3F17AE-D891-4A3A-880D-55791C0873C1}" sibTransId="{64942AEB-A3AF-4AFC-9979-DBCE2E0D9C3C}"/>
    <dgm:cxn modelId="{031EDC3E-B69A-4857-8D2E-CB94CC4BA13B}" srcId="{9C3CE8F6-7964-47BD-A643-BCC5AA800B4C}" destId="{AB536B0F-4418-4D35-A908-0B0FCBDDE829}" srcOrd="4" destOrd="0" parTransId="{A22F6690-43A0-4AF3-8F33-BC2334AC3A88}" sibTransId="{4C1619CF-13E8-4BA0-ADC8-6B71A5341DAD}"/>
    <dgm:cxn modelId="{8EB2F173-A616-4C0D-8272-65BB254A6C08}" srcId="{9C3CE8F6-7964-47BD-A643-BCC5AA800B4C}" destId="{3BEA6E38-227F-49A3-A391-3512D7E42810}" srcOrd="0" destOrd="0" parTransId="{674F9777-9912-4C55-A96C-32EDAEDDFA60}" sibTransId="{0E4019F6-FD34-4622-B6D0-6DC82F3D649A}"/>
    <dgm:cxn modelId="{DC7F1159-D45F-44F9-9EF7-FF8C37D8D284}" type="presOf" srcId="{3BEA6E38-227F-49A3-A391-3512D7E42810}" destId="{26F6ED85-2817-4A4A-8A95-421DCF8DCA43}" srcOrd="0" destOrd="0" presId="urn:microsoft.com/office/officeart/2008/layout/LinedList"/>
    <dgm:cxn modelId="{5F7D628E-E7F1-477C-9712-77F13E2A7485}" type="presOf" srcId="{AB536B0F-4418-4D35-A908-0B0FCBDDE829}" destId="{07934F0D-9D70-4F2F-9C3D-FF76F8886477}" srcOrd="0" destOrd="0" presId="urn:microsoft.com/office/officeart/2008/layout/LinedList"/>
    <dgm:cxn modelId="{F1E4959C-C801-49B7-A69C-777983A9B204}" srcId="{9C3CE8F6-7964-47BD-A643-BCC5AA800B4C}" destId="{FA3F9A10-367E-4D52-A990-007D24427640}" srcOrd="1" destOrd="0" parTransId="{1A593677-FC2C-4F2D-B7E3-1E9491F9CA61}" sibTransId="{2DF9175B-5A65-43C1-8A0B-A2CBA49654CF}"/>
    <dgm:cxn modelId="{BB15B4BA-27F8-4F3F-B8D0-43995CDA865D}" type="presOf" srcId="{E0856DC9-BEE7-4E70-A1B6-96E00C8F4F1E}" destId="{D5BE8C27-014A-46AE-9535-094A995BBF39}" srcOrd="0" destOrd="0" presId="urn:microsoft.com/office/officeart/2008/layout/LinedList"/>
    <dgm:cxn modelId="{AF36DEBB-9027-46F7-9B80-01130FAA4C3D}" srcId="{9C3CE8F6-7964-47BD-A643-BCC5AA800B4C}" destId="{E0856DC9-BEE7-4E70-A1B6-96E00C8F4F1E}" srcOrd="2" destOrd="0" parTransId="{EE9A8EA3-3EB7-455A-9BDC-A19E5D858C94}" sibTransId="{6D8D15E6-972C-469D-B0E8-869BDAF5B321}"/>
    <dgm:cxn modelId="{DF0CA6C8-4B8D-4595-B6B8-9B70942FFCCD}" type="presOf" srcId="{FA3F9A10-367E-4D52-A990-007D24427640}" destId="{09E4089C-7E55-4783-9A8C-3DF348E8D0AB}" srcOrd="0" destOrd="0" presId="urn:microsoft.com/office/officeart/2008/layout/LinedList"/>
    <dgm:cxn modelId="{F2CE9FCF-E87B-48F5-A129-5DE68F4659D6}" type="presOf" srcId="{40CA5D3F-BC0C-45CE-9C76-5F393D30EC84}" destId="{4DA183A0-58B1-430F-8DBA-41232D011888}" srcOrd="0" destOrd="0" presId="urn:microsoft.com/office/officeart/2008/layout/LinedList"/>
    <dgm:cxn modelId="{B5220AA0-EC21-431C-82FC-C687E53003E8}" type="presParOf" srcId="{09A21531-ED87-4B6C-BE5D-7E975F767077}" destId="{4A061FC4-D030-4FBD-AE49-1A106986016C}" srcOrd="0" destOrd="0" presId="urn:microsoft.com/office/officeart/2008/layout/LinedList"/>
    <dgm:cxn modelId="{47E269A3-971D-4B48-988F-EB5308C09DEB}" type="presParOf" srcId="{09A21531-ED87-4B6C-BE5D-7E975F767077}" destId="{483887E1-D4EA-4CD0-AA17-5844DE79078A}" srcOrd="1" destOrd="0" presId="urn:microsoft.com/office/officeart/2008/layout/LinedList"/>
    <dgm:cxn modelId="{6F460F57-B8D2-4624-90EC-C58F5CC16A88}" type="presParOf" srcId="{483887E1-D4EA-4CD0-AA17-5844DE79078A}" destId="{26F6ED85-2817-4A4A-8A95-421DCF8DCA43}" srcOrd="0" destOrd="0" presId="urn:microsoft.com/office/officeart/2008/layout/LinedList"/>
    <dgm:cxn modelId="{96AF1225-33FD-4F66-99BC-51DB8932CCDD}" type="presParOf" srcId="{483887E1-D4EA-4CD0-AA17-5844DE79078A}" destId="{55B04EC0-9AFF-4E5A-A975-9B3A1C7BA0E0}" srcOrd="1" destOrd="0" presId="urn:microsoft.com/office/officeart/2008/layout/LinedList"/>
    <dgm:cxn modelId="{37C0655D-C44A-4929-B20F-A13BF4426027}" type="presParOf" srcId="{09A21531-ED87-4B6C-BE5D-7E975F767077}" destId="{F800BB1D-C4F3-42DC-8F49-1E4574478772}" srcOrd="2" destOrd="0" presId="urn:microsoft.com/office/officeart/2008/layout/LinedList"/>
    <dgm:cxn modelId="{83F82282-EB51-495E-A37A-BD642A80BCA9}" type="presParOf" srcId="{09A21531-ED87-4B6C-BE5D-7E975F767077}" destId="{D465BBB1-11AF-4718-9CB7-830597DDA4C2}" srcOrd="3" destOrd="0" presId="urn:microsoft.com/office/officeart/2008/layout/LinedList"/>
    <dgm:cxn modelId="{FC8D4D50-B47D-4567-9178-6D98F79F84C5}" type="presParOf" srcId="{D465BBB1-11AF-4718-9CB7-830597DDA4C2}" destId="{09E4089C-7E55-4783-9A8C-3DF348E8D0AB}" srcOrd="0" destOrd="0" presId="urn:microsoft.com/office/officeart/2008/layout/LinedList"/>
    <dgm:cxn modelId="{E2B0E79A-DB35-435D-ADD3-695422D719F2}" type="presParOf" srcId="{D465BBB1-11AF-4718-9CB7-830597DDA4C2}" destId="{867DBA1B-031F-41D7-947F-F64541E2AE33}" srcOrd="1" destOrd="0" presId="urn:microsoft.com/office/officeart/2008/layout/LinedList"/>
    <dgm:cxn modelId="{B95623AD-433B-4690-9786-C30FFB2522AB}" type="presParOf" srcId="{09A21531-ED87-4B6C-BE5D-7E975F767077}" destId="{71C503C8-AA26-4205-AD15-2C5D335AAD66}" srcOrd="4" destOrd="0" presId="urn:microsoft.com/office/officeart/2008/layout/LinedList"/>
    <dgm:cxn modelId="{0309FF85-927F-435C-83E7-6C2761E55CCA}" type="presParOf" srcId="{09A21531-ED87-4B6C-BE5D-7E975F767077}" destId="{B03C1D9F-53D9-4A48-9DA5-78B9E80163C6}" srcOrd="5" destOrd="0" presId="urn:microsoft.com/office/officeart/2008/layout/LinedList"/>
    <dgm:cxn modelId="{05593013-9F24-4AC7-8930-0BF6DF0BF96D}" type="presParOf" srcId="{B03C1D9F-53D9-4A48-9DA5-78B9E80163C6}" destId="{D5BE8C27-014A-46AE-9535-094A995BBF39}" srcOrd="0" destOrd="0" presId="urn:microsoft.com/office/officeart/2008/layout/LinedList"/>
    <dgm:cxn modelId="{0859E217-66CC-47A0-8A97-F831CA5FF304}" type="presParOf" srcId="{B03C1D9F-53D9-4A48-9DA5-78B9E80163C6}" destId="{2ADB66FD-2A72-4C09-B422-3EB8C3C3B8C1}" srcOrd="1" destOrd="0" presId="urn:microsoft.com/office/officeart/2008/layout/LinedList"/>
    <dgm:cxn modelId="{AFFFDE11-5BD6-4F54-8C2D-56C113E5E923}" type="presParOf" srcId="{09A21531-ED87-4B6C-BE5D-7E975F767077}" destId="{C4BBAD0B-ECAC-47C8-8C1C-87812FC63E52}" srcOrd="6" destOrd="0" presId="urn:microsoft.com/office/officeart/2008/layout/LinedList"/>
    <dgm:cxn modelId="{FAF699DE-7A5A-4DE9-8260-2D448A53D528}" type="presParOf" srcId="{09A21531-ED87-4B6C-BE5D-7E975F767077}" destId="{A74B82A7-46B4-4F1B-A29B-43B0C7E070EB}" srcOrd="7" destOrd="0" presId="urn:microsoft.com/office/officeart/2008/layout/LinedList"/>
    <dgm:cxn modelId="{846F323D-8D11-4CFD-91BA-5A7D70F031DF}" type="presParOf" srcId="{A74B82A7-46B4-4F1B-A29B-43B0C7E070EB}" destId="{4DA183A0-58B1-430F-8DBA-41232D011888}" srcOrd="0" destOrd="0" presId="urn:microsoft.com/office/officeart/2008/layout/LinedList"/>
    <dgm:cxn modelId="{17164893-C596-440F-9285-23778AC780A1}" type="presParOf" srcId="{A74B82A7-46B4-4F1B-A29B-43B0C7E070EB}" destId="{49D62AE4-7595-4F73-8715-4266CD1713BA}" srcOrd="1" destOrd="0" presId="urn:microsoft.com/office/officeart/2008/layout/LinedList"/>
    <dgm:cxn modelId="{AE033464-F1E9-42D9-9F74-82265CA74CAB}" type="presParOf" srcId="{09A21531-ED87-4B6C-BE5D-7E975F767077}" destId="{96A93F3B-6980-4745-A4D9-9C3B72A6F84E}" srcOrd="8" destOrd="0" presId="urn:microsoft.com/office/officeart/2008/layout/LinedList"/>
    <dgm:cxn modelId="{23FE8D0A-4358-41C8-9FFC-D3AE291E2C19}" type="presParOf" srcId="{09A21531-ED87-4B6C-BE5D-7E975F767077}" destId="{B9FD8101-372A-4E3D-B9DC-702DBBC9F63E}" srcOrd="9" destOrd="0" presId="urn:microsoft.com/office/officeart/2008/layout/LinedList"/>
    <dgm:cxn modelId="{F458DCAD-9496-4713-8FA4-5032F4212B42}" type="presParOf" srcId="{B9FD8101-372A-4E3D-B9DC-702DBBC9F63E}" destId="{07934F0D-9D70-4F2F-9C3D-FF76F8886477}" srcOrd="0" destOrd="0" presId="urn:microsoft.com/office/officeart/2008/layout/LinedList"/>
    <dgm:cxn modelId="{473D1A30-D2A0-41E6-9549-38D32F599550}" type="presParOf" srcId="{B9FD8101-372A-4E3D-B9DC-702DBBC9F63E}" destId="{E1A3907A-EF7E-46C0-A4CE-A428D193A3A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061FC4-D030-4FBD-AE49-1A106986016C}">
      <dsp:nvSpPr>
        <dsp:cNvPr id="0" name=""/>
        <dsp:cNvSpPr/>
      </dsp:nvSpPr>
      <dsp:spPr>
        <a:xfrm>
          <a:off x="0" y="739298"/>
          <a:ext cx="53583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F6ED85-2817-4A4A-8A95-421DCF8DCA43}">
      <dsp:nvSpPr>
        <dsp:cNvPr id="0" name=""/>
        <dsp:cNvSpPr/>
      </dsp:nvSpPr>
      <dsp:spPr>
        <a:xfrm>
          <a:off x="0" y="674"/>
          <a:ext cx="5358384" cy="11041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100" kern="1200"/>
            <a:t>Para ello desea saber: </a:t>
          </a:r>
          <a:endParaRPr lang="en-US" sz="3100" kern="1200"/>
        </a:p>
      </dsp:txBody>
      <dsp:txXfrm>
        <a:off x="0" y="674"/>
        <a:ext cx="5358384" cy="1104122"/>
      </dsp:txXfrm>
    </dsp:sp>
    <dsp:sp modelId="{F800BB1D-C4F3-42DC-8F49-1E4574478772}">
      <dsp:nvSpPr>
        <dsp:cNvPr id="0" name=""/>
        <dsp:cNvSpPr/>
      </dsp:nvSpPr>
      <dsp:spPr>
        <a:xfrm>
          <a:off x="0" y="1104796"/>
          <a:ext cx="53583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E4089C-7E55-4783-9A8C-3DF348E8D0AB}">
      <dsp:nvSpPr>
        <dsp:cNvPr id="0" name=""/>
        <dsp:cNvSpPr/>
      </dsp:nvSpPr>
      <dsp:spPr>
        <a:xfrm>
          <a:off x="0" y="1104796"/>
          <a:ext cx="5358384" cy="11041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100" kern="1200"/>
            <a:t>¿Cuántas unidades se venden ?</a:t>
          </a:r>
          <a:endParaRPr lang="en-US" sz="3100" kern="1200"/>
        </a:p>
      </dsp:txBody>
      <dsp:txXfrm>
        <a:off x="0" y="1104796"/>
        <a:ext cx="5358384" cy="1104122"/>
      </dsp:txXfrm>
    </dsp:sp>
    <dsp:sp modelId="{71C503C8-AA26-4205-AD15-2C5D335AAD66}">
      <dsp:nvSpPr>
        <dsp:cNvPr id="0" name=""/>
        <dsp:cNvSpPr/>
      </dsp:nvSpPr>
      <dsp:spPr>
        <a:xfrm>
          <a:off x="0" y="2208918"/>
          <a:ext cx="53583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BE8C27-014A-46AE-9535-094A995BBF39}">
      <dsp:nvSpPr>
        <dsp:cNvPr id="0" name=""/>
        <dsp:cNvSpPr/>
      </dsp:nvSpPr>
      <dsp:spPr>
        <a:xfrm>
          <a:off x="0" y="2208918"/>
          <a:ext cx="5358384" cy="11041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100" kern="1200"/>
            <a:t>Ingresos generados.</a:t>
          </a:r>
          <a:endParaRPr lang="en-US" sz="3100" kern="1200"/>
        </a:p>
      </dsp:txBody>
      <dsp:txXfrm>
        <a:off x="0" y="2208918"/>
        <a:ext cx="5358384" cy="1104122"/>
      </dsp:txXfrm>
    </dsp:sp>
    <dsp:sp modelId="{C4BBAD0B-ECAC-47C8-8C1C-87812FC63E52}">
      <dsp:nvSpPr>
        <dsp:cNvPr id="0" name=""/>
        <dsp:cNvSpPr/>
      </dsp:nvSpPr>
      <dsp:spPr>
        <a:xfrm>
          <a:off x="0" y="3313041"/>
          <a:ext cx="53583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A183A0-58B1-430F-8DBA-41232D011888}">
      <dsp:nvSpPr>
        <dsp:cNvPr id="0" name=""/>
        <dsp:cNvSpPr/>
      </dsp:nvSpPr>
      <dsp:spPr>
        <a:xfrm>
          <a:off x="0" y="3313041"/>
          <a:ext cx="5358384" cy="11041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100" kern="1200"/>
            <a:t>Márgenes de ganancia.</a:t>
          </a:r>
          <a:endParaRPr lang="en-US" sz="3100" kern="1200"/>
        </a:p>
      </dsp:txBody>
      <dsp:txXfrm>
        <a:off x="0" y="3313041"/>
        <a:ext cx="5358384" cy="1104122"/>
      </dsp:txXfrm>
    </dsp:sp>
    <dsp:sp modelId="{96A93F3B-6980-4745-A4D9-9C3B72A6F84E}">
      <dsp:nvSpPr>
        <dsp:cNvPr id="0" name=""/>
        <dsp:cNvSpPr/>
      </dsp:nvSpPr>
      <dsp:spPr>
        <a:xfrm>
          <a:off x="0" y="4417163"/>
          <a:ext cx="53583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934F0D-9D70-4F2F-9C3D-FF76F8886477}">
      <dsp:nvSpPr>
        <dsp:cNvPr id="0" name=""/>
        <dsp:cNvSpPr/>
      </dsp:nvSpPr>
      <dsp:spPr>
        <a:xfrm>
          <a:off x="0" y="4417163"/>
          <a:ext cx="5358384" cy="11041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100" kern="1200"/>
            <a:t>Comportamiento de los diferentes canales de venta</a:t>
          </a:r>
          <a:endParaRPr lang="en-US" sz="3100" kern="1200"/>
        </a:p>
      </dsp:txBody>
      <dsp:txXfrm>
        <a:off x="0" y="4417163"/>
        <a:ext cx="5358384" cy="11041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03645-DCFE-47FC-8A66-F9A45A422E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1150" y="1247140"/>
            <a:ext cx="7891760" cy="3450844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D509FA-7BD7-4D45-998F-0E43038F17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21150" y="4818126"/>
            <a:ext cx="7891760" cy="1268984"/>
          </a:xfrm>
        </p:spPr>
        <p:txBody>
          <a:bodyPr anchor="b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03A0B2-4A2F-D846-A5E6-FB7CB9A031F7}"/>
              </a:ext>
            </a:extLst>
          </p:cNvPr>
          <p:cNvSpPr/>
          <p:nvPr/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573F1D-73A7-FB41-BCAD-FC9AA7DEF4F5}"/>
              </a:ext>
            </a:extLst>
          </p:cNvPr>
          <p:cNvSpPr/>
          <p:nvPr/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FA51C-E4FE-4BF2-A2DD-E32DE57D8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1449AA12-8195-4182-A7AC-2E7E59DFBDAF}" type="datetimeFigureOut">
              <a:rPr lang="en-US" smtClean="0"/>
              <a:pPr algn="r"/>
              <a:t>11/3/2025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438448-FC2D-4A2F-B7C0-04AC5031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1150" y="6292850"/>
            <a:ext cx="4114800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B07C67E-EAD9-47D8-9559-4E091BC03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529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C5DD8-8608-4B55-96D8-0AB848C02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3CC0B-7B21-422D-937D-FBD49EE93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0EAFA-89BC-43E9-8EB9-B6B3CD136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50944-70C2-487F-A102-58CDFB94C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7B7B8-A972-455E-9D8C-9B8026A53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CC95119-6D9D-3542-9E0E-4171B33DC9CA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FC92F19-7317-314C-81B7-43B8B687F4E4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381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087F2-AA0E-4F0C-9AD6-235302157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1150" y="1251674"/>
            <a:ext cx="7891760" cy="2914688"/>
          </a:xfrm>
        </p:spPr>
        <p:txBody>
          <a:bodyPr anchor="t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37807-96B8-4061-A845-1287216BF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21150" y="4818126"/>
            <a:ext cx="7891760" cy="1271524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AF346-9503-4767-BCB4-84B823E27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9605B-A39D-4BEE-B46F-16CF13FA0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1150" y="62928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5834A-942D-410B-A430-43F9E01FC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D199D5-C485-D449-9804-F755E0907B51}"/>
              </a:ext>
            </a:extLst>
          </p:cNvPr>
          <p:cNvSpPr/>
          <p:nvPr/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90D1A7-C550-2540-86C9-EB0FB2EB2E71}"/>
              </a:ext>
            </a:extLst>
          </p:cNvPr>
          <p:cNvSpPr/>
          <p:nvPr/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836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FCAD2-C321-4E81-AEBE-696A90E2D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5504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20CD1-0E09-4415-911C-0F5B7341DD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87709" y="2160016"/>
            <a:ext cx="4425437" cy="392709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63EDD-031A-49CA-9130-067550BD0D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48963" y="2160016"/>
            <a:ext cx="4425437" cy="3927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808E79-A0BE-49F3-AE92-7EE5CC78F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98B87C-BF1E-47CF-9A4E-FD4BE32C0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C06E71-46F6-469C-A9CA-E707EBE51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2659F6-6B3B-A545-A45F-FAD238210D47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0637F8-15DE-2240-8BF8-D6E57A337B1A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980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3B26D-64DE-4314-8BD2-25FD618FB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1056" y="457200"/>
            <a:ext cx="9521854" cy="1554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D77613-5CEE-4B05-A937-CD43EAAAB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91057" y="2165086"/>
            <a:ext cx="4425696" cy="823912"/>
          </a:xfrm>
        </p:spPr>
        <p:txBody>
          <a:bodyPr anchor="b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3E4779-3B5A-4993-9C7F-FB19F163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91056" y="2988998"/>
            <a:ext cx="4425697" cy="309811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1081A-685C-4C18-9AE9-425106A02F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87214" y="2165086"/>
            <a:ext cx="4425696" cy="823912"/>
          </a:xfrm>
        </p:spPr>
        <p:txBody>
          <a:bodyPr anchor="b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80F424-FE3A-4B7D-B60C-7AEA2118A5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87214" y="2988998"/>
            <a:ext cx="4425696" cy="309811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4D2A96-CD7D-41BC-BDBE-5E29B7C0B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D1471D-6DDE-4E56-84E9-48136966A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A3F451-CF28-4F57-B844-52A665440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1FA03E-7A83-AB41-BB4B-25B04946559A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702630-3C98-A142-9D04-1D852974DC26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408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22D7A-4502-49C3-BAFB-6D46F7A2E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AB67EE-A167-43D1-9C58-7B736CF28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605B7-599B-450E-9E8D-2A9AE3F30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5BD2B1-8C5F-430B-A0F2-CD5281AB7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BA877B-B45A-BD48-8FC8-E752E7D7174F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F3343D-2AFA-B544-B40A-315F5EC680B6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778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308016-71BA-4CD3-918D-51613F7F4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B24F46-0425-47C6-9FFB-F69AFFFE8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E7A99-1593-4189-A514-8209CC32A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C15DFD-AB97-AB43-A6C9-2808708C91B4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05BA89-ECA6-2247-ABBB-3C67160202E9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607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E933B-3FC6-4B08-9FBE-2DD48307A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2" y="455362"/>
            <a:ext cx="4043440" cy="1584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FBD4A-4514-4DCE-8F18-914DF3F4E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1232" y="565151"/>
            <a:ext cx="5358384" cy="552196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F18C85-0675-4202-B796-3527668549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87712" y="2039874"/>
            <a:ext cx="4043440" cy="38291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0079E5-F934-4D04-866F-F7CB5B08A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5FC94-7915-439A-B937-F02D1BB03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B69B19-4156-4584-B1DC-4F42F200B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1B6031-8ABE-F648-8E05-3D08D0D54B53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ABD855-35E6-BE4F-8B03-FD12DDB32E10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610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E1F3B-090C-4BB5-84BE-8ED0FC598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1" y="455362"/>
            <a:ext cx="4043436" cy="1584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97C49E-9426-4B24-B2A7-C54B89DA60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1232" y="565150"/>
            <a:ext cx="5355607" cy="552267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C7F011-0A5F-44E9-88CD-C95A33351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87711" y="2039874"/>
            <a:ext cx="4043436" cy="38291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21C85-27BB-4533-A21B-C379FE03A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18850-01F1-4247-9BFD-1DDC5DDDC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B365A9-4C28-480F-B370-2DFF234B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0EAFF3-0A84-F84B-90E4-A596F00B3DC2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392559-3C15-B249-93C9-B0F7E9E5DDD8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455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C53B0-59B2-4B39-93E0-DCFBB932C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525200" cy="15504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8C5F7B-98AC-425B-80BD-6C6F3032D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87710" y="2160016"/>
            <a:ext cx="9525200" cy="39261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8C2EE-2433-424A-878C-24514FF5D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EFD20-ADE2-40F3-A071-6D1E97F8F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7D1D5-5E92-48E1-9475-EC122D3FE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FCF945-5CF3-5542-A36A-9CBB738E735E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7D61B-66C5-4341-8F2D-129A9E4D8283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231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47FBCF-6EDB-4883-92D4-612F4D1C55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46380" y="565149"/>
            <a:ext cx="2266530" cy="56118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9D2DF8-B588-416F-AA11-9F3A0DDE67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87710" y="565149"/>
            <a:ext cx="7088929" cy="56118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F7B1D-405D-4EE7-9A23-3F21916C9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B9304-686C-431A-8E7F-D9DD19F4D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A240B-DB2E-46ED-8AC6-744B2C1C7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275F2C-778B-864A-8379-6D0726B18FDC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0051C8-76B3-384B-BCF1-60BB80301FCD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57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7ACD69-D2F4-4938-B590-C41404901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5504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762BD4-BA0F-4CA4-BAE3-DF2B5087C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87710" y="2160016"/>
            <a:ext cx="9486690" cy="39261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B2FEE-249E-42F1-94D8-A8C0759EF4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18632" y="6292850"/>
            <a:ext cx="30942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49AA12-8195-4182-A7AC-2E7E59DFBDAF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0C617-A890-4920-83B0-143C033490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7711" y="62928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1B4F1-B06B-4BBE-BFFF-C0B386E244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9574" y="6292850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FC975-2FD7-44A5-9E78-ECBA4615607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7300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56" r:id="rId6"/>
    <p:sldLayoutId id="2147483752" r:id="rId7"/>
    <p:sldLayoutId id="2147483753" r:id="rId8"/>
    <p:sldLayoutId id="2147483754" r:id="rId9"/>
    <p:sldLayoutId id="2147483755" r:id="rId10"/>
    <p:sldLayoutId id="214748375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200"/>
        </a:spcBef>
        <a:buClr>
          <a:schemeClr val="accent1"/>
        </a:buClr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88F843D-1C1B-C740-AC27-E3238D0F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6C38A36-53F8-0A19-F21B-0F7580A488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80387" y="4818126"/>
            <a:ext cx="5657899" cy="126898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s-CO" dirty="0"/>
              <a:t>Resumen y estatus de operaciones del mercado minorista de electrodomésticos en Japonés.</a:t>
            </a:r>
          </a:p>
        </p:txBody>
      </p:sp>
      <p:pic>
        <p:nvPicPr>
          <p:cNvPr id="4" name="Picture 3" descr="Una bombilla multicolor con iconos de empresa">
            <a:extLst>
              <a:ext uri="{FF2B5EF4-FFF2-40B4-BE49-F238E27FC236}">
                <a16:creationId xmlns:a16="http://schemas.microsoft.com/office/drawing/2014/main" id="{A853F28E-4DA4-462B-4F02-A5E135F9D7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390" r="25505" b="1"/>
          <a:stretch>
            <a:fillRect/>
          </a:stretch>
        </p:blipFill>
        <p:spPr>
          <a:xfrm>
            <a:off x="1778" y="10"/>
            <a:ext cx="5104833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A21C8291-E3D5-4240-8FF4-E5213CBCC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B44AFE-C181-7047-8CC9-CA00BD385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6" name="Imagen 5" descr="Un dibujo con letras&#10;&#10;El contenido generado por IA puede ser incorrecto.">
            <a:extLst>
              <a:ext uri="{FF2B5EF4-FFF2-40B4-BE49-F238E27FC236}">
                <a16:creationId xmlns:a16="http://schemas.microsoft.com/office/drawing/2014/main" id="{210D63A8-E299-5CE7-4C03-2867247A26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7" t="-1" r="1241" b="8880"/>
          <a:stretch>
            <a:fillRect/>
          </a:stretch>
        </p:blipFill>
        <p:spPr>
          <a:xfrm>
            <a:off x="6096000" y="904397"/>
            <a:ext cx="4756220" cy="126898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909302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14E40E-E678-9C4B-C456-A4252073A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Situación</a:t>
            </a:r>
          </a:p>
        </p:txBody>
      </p:sp>
      <p:graphicFrame>
        <p:nvGraphicFramePr>
          <p:cNvPr id="8" name="Marcador de contenido 2">
            <a:extLst>
              <a:ext uri="{FF2B5EF4-FFF2-40B4-BE49-F238E27FC236}">
                <a16:creationId xmlns:a16="http://schemas.microsoft.com/office/drawing/2014/main" id="{E3F244DA-4FE6-C827-B298-2FF97F5847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4626505"/>
              </p:ext>
            </p:extLst>
          </p:nvPr>
        </p:nvGraphicFramePr>
        <p:xfrm>
          <a:off x="6271232" y="565151"/>
          <a:ext cx="5358384" cy="55219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598699-D82F-C44E-C906-65898A6A9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algn="just"/>
            <a:r>
              <a:rPr lang="es-CO" dirty="0"/>
              <a:t>El nuevo CEO de Electromas, una empresa de electrodomésticos del mercado minorista japonés, desea conocer el estatus de las operaciones de la empresa para tomar decisiones más informadas.</a:t>
            </a:r>
          </a:p>
        </p:txBody>
      </p:sp>
    </p:spTree>
    <p:extLst>
      <p:ext uri="{BB962C8B-B14F-4D97-AF65-F5344CB8AC3E}">
        <p14:creationId xmlns:p14="http://schemas.microsoft.com/office/powerpoint/2010/main" val="3697219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66083ADF-D7D1-FEE4-7231-9567E4C70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98" y="170822"/>
            <a:ext cx="11465170" cy="6600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827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45593784-774F-BA04-A918-DC0D354B8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949" y="211015"/>
            <a:ext cx="11485265" cy="654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659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31E842EA-49FB-E010-2DEA-287E87AB8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853" y="200968"/>
            <a:ext cx="11485265" cy="6534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639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B2BB9E94-7496-BB42-83E3-41389C013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046" y="200968"/>
            <a:ext cx="11445073" cy="6511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167875"/>
      </p:ext>
    </p:extLst>
  </p:cSld>
  <p:clrMapOvr>
    <a:masterClrMapping/>
  </p:clrMapOvr>
</p:sld>
</file>

<file path=ppt/theme/theme1.xml><?xml version="1.0" encoding="utf-8"?>
<a:theme xmlns:a="http://schemas.openxmlformats.org/drawingml/2006/main" name="InterweaveVTI">
  <a:themeElements>
    <a:clrScheme name="Interweave-R1">
      <a:dk1>
        <a:srgbClr val="000000"/>
      </a:dk1>
      <a:lt1>
        <a:srgbClr val="FFFFFF"/>
      </a:lt1>
      <a:dk2>
        <a:srgbClr val="292C2D"/>
      </a:dk2>
      <a:lt2>
        <a:srgbClr val="DDDEDD"/>
      </a:lt2>
      <a:accent1>
        <a:srgbClr val="0BA5E8"/>
      </a:accent1>
      <a:accent2>
        <a:srgbClr val="5066E1"/>
      </a:accent2>
      <a:accent3>
        <a:srgbClr val="894EC0"/>
      </a:accent3>
      <a:accent4>
        <a:srgbClr val="E54196"/>
      </a:accent4>
      <a:accent5>
        <a:srgbClr val="BE4449"/>
      </a:accent5>
      <a:accent6>
        <a:srgbClr val="F55822"/>
      </a:accent6>
      <a:hlink>
        <a:srgbClr val="C22DD8"/>
      </a:hlink>
      <a:folHlink>
        <a:srgbClr val="737F82"/>
      </a:folHlink>
    </a:clrScheme>
    <a:fontScheme name="Interweave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rweaveVTI" id="{2A5AE21D-FC75-4AD0-BC12-FA563BC24905}" vid="{9A4A41B8-EB69-44BB-8E15-B517E25CF8C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70</Words>
  <Application>Microsoft Office PowerPoint</Application>
  <PresentationFormat>Panorámica</PresentationFormat>
  <Paragraphs>8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Neue Haas Grotesk Text Pro</vt:lpstr>
      <vt:lpstr>InterweaveVTI</vt:lpstr>
      <vt:lpstr>Presentación de PowerPoint</vt:lpstr>
      <vt:lpstr>Situación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Diaz Berdecia</dc:creator>
  <cp:lastModifiedBy>Sebastian Diaz Berdecia</cp:lastModifiedBy>
  <cp:revision>4</cp:revision>
  <dcterms:created xsi:type="dcterms:W3CDTF">2025-11-02T22:40:07Z</dcterms:created>
  <dcterms:modified xsi:type="dcterms:W3CDTF">2025-11-03T21:59:35Z</dcterms:modified>
</cp:coreProperties>
</file>